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Zoom-in on the material-conditioning sub-story. Four rows, three</a:t>
            </a:r>
          </a:p>
          <a:p>
            <a:r>
              <a:rPr sz="1300"/>
              <a:t>        columns of numbers, three materials × the hardest profile per</a:t>
            </a:r>
          </a:p>
          <a:p>
            <a:r>
              <a:rPr sz="1300"/>
              <a:t>        material.</a:t>
            </a:r>
          </a:p>
          <a:p/>
          <a:p>
            <a:r>
              <a:rPr sz="1300"/>
              <a:t>        Row 1 BC base — supervised learning with no material descriptor.</a:t>
            </a:r>
          </a:p>
          <a:p>
            <a:r>
              <a:rPr sz="1300"/>
              <a:t>        Floor performance.</a:t>
            </a:r>
          </a:p>
          <a:p/>
          <a:p>
            <a:r>
              <a:rPr sz="1300"/>
              <a:t>        Row 2 BC + 2-d desc — the [log_Y, log_F] descriptor goes into the</a:t>
            </a:r>
          </a:p>
          <a:p>
            <a:r>
              <a:rPr sz="1300"/>
              <a:t>        observation. Massive improvement on cloth ramp (6.55 → 2.28) and</a:t>
            </a:r>
          </a:p>
          <a:p>
            <a:r>
              <a:rPr sz="1300"/>
              <a:t>        sloth ramp (5.06 → 1.73) just from adding two static numbers.</a:t>
            </a:r>
          </a:p>
          <a:p/>
          <a:p>
            <a:r>
              <a:rPr sz="1300"/>
              <a:t>        Row 3 RL base — PPO + BC warm-start, but using the BC policy</a:t>
            </a:r>
          </a:p>
          <a:p>
            <a:r>
              <a:rPr sz="1300"/>
              <a:t>        that did NOT have the descriptor. Interesting result on its own:</a:t>
            </a:r>
          </a:p>
          <a:p>
            <a:r>
              <a:rPr sz="1300"/>
              <a:t>        sloth ramp dropped to 1.70 (RL learned the release behavior),</a:t>
            </a:r>
          </a:p>
          <a:p>
            <a:r>
              <a:rPr sz="1300"/>
              <a:t>        cloth ramp got partial help (6.55 → 4.60), but rope replay</a:t>
            </a:r>
          </a:p>
          <a:p>
            <a:r>
              <a:rPr sz="1300"/>
              <a:t>        actually regressed (0.75 → 0.88). RL alone isn't a free lunch.</a:t>
            </a:r>
          </a:p>
          <a:p/>
          <a:p>
            <a:r>
              <a:rPr sz="1300"/>
              <a:t>        Row 4 RL + 2-d desc — both contributions stacked. Best rope</a:t>
            </a:r>
          </a:p>
          <a:p>
            <a:r>
              <a:rPr sz="1300"/>
              <a:t>        replay (0.41), best cloth replay area, slight regression on</a:t>
            </a:r>
          </a:p>
          <a:p>
            <a:r>
              <a:rPr sz="1300"/>
              <a:t>        sloth ramp because the global action statistics get dominated</a:t>
            </a:r>
          </a:p>
          <a:p>
            <a:r>
              <a:rPr sz="1300"/>
              <a:t>        by the cloth/rope ramp behavior.</a:t>
            </a:r>
          </a:p>
          <a:p/>
          <a:p>
            <a:r>
              <a:rPr sz="1300"/>
              <a:t>        Takeaway sentence: "Adding the descriptor and switching to RL</a:t>
            </a:r>
          </a:p>
          <a:p>
            <a:r>
              <a:rPr sz="1300"/>
              <a:t>        are TWO different contributions — they help different cases.</a:t>
            </a:r>
          </a:p>
          <a:p>
            <a:r>
              <a:rPr sz="1300"/>
              <a:t>        We get the best policy by combining them."</a:t>
            </a:r>
          </a:p>
          <a:p/>
          <a:p>
            <a:r>
              <a:rPr sz="1300"/>
              <a:t>        Bottom italic note is the honest caveat that lives on this</a:t>
            </a:r>
          </a:p>
          <a:p>
            <a:r>
              <a:rPr sz="1300"/>
              <a:t>        slide instead of the limitations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Sub-story 1 · Material conditioning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one policy across rope / cloth / sloth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7360" y="1828800"/>
            <a:ext cx="31089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828800"/>
            <a:ext cx="1828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rope 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1828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cloth ramp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1828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sloth ramp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95728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BC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39572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39572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6.55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39572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5.06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96265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BC + 2-d desc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96265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0.46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96265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2.28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96265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1.73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3529584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RL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52958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52958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4.60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52958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1.70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409651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RL + 2-d desc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09651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09651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2.31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09651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2.66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Descriptor helps BC and RL both. Best per cell uses both.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Calibri"/>
              </a:rPr>
              <a:t>RL without descriptor: fixed sloth ramp on its own (5.06 → 1.70) but regressed rope replay (0.75 → 0.88).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